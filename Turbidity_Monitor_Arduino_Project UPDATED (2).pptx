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60" r:id="rId7"/>
    <p:sldId id="27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Turbidity </a:t>
            </a:r>
            <a:r>
              <a:rPr lang="en-US" dirty="0"/>
              <a:t>Test of Water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426110"/>
          </a:xfrm>
        </p:spPr>
        <p:txBody>
          <a:bodyPr/>
          <a:lstStyle/>
          <a:p>
            <a:r>
              <a:rPr dirty="0"/>
              <a:t>By</a:t>
            </a:r>
            <a:endParaRPr lang="en-US" dirty="0"/>
          </a:p>
          <a:p>
            <a:r>
              <a:rPr dirty="0"/>
              <a:t> </a:t>
            </a:r>
            <a:r>
              <a:rPr lang="en-US" dirty="0"/>
              <a:t>Devansh Wadhwani – (64)</a:t>
            </a:r>
          </a:p>
          <a:p>
            <a:r>
              <a:rPr lang="en-US" dirty="0"/>
              <a:t>Diksha Utekar – (63)</a:t>
            </a:r>
          </a:p>
          <a:p>
            <a:r>
              <a:rPr lang="en-US" dirty="0"/>
              <a:t>D15A            INFT 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Arduino-based system to measure water turbidity.</a:t>
            </a:r>
          </a:p>
          <a:p>
            <a:r>
              <a:t>• Uses a turbidity sensor to display real-time readings.</a:t>
            </a:r>
          </a:p>
          <a:p>
            <a:r>
              <a:t>• Useful for environmental monitoring and water quality.</a:t>
            </a:r>
          </a:p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Arduino UNO R3</a:t>
            </a:r>
          </a:p>
          <a:p>
            <a:r>
              <a:rPr dirty="0"/>
              <a:t>• Turbidity Sensor (</a:t>
            </a:r>
            <a:r>
              <a:rPr lang="en-IN" dirty="0"/>
              <a:t>SEN0189</a:t>
            </a:r>
            <a:r>
              <a:rPr dirty="0"/>
              <a:t>)</a:t>
            </a:r>
          </a:p>
          <a:p>
            <a:r>
              <a:rPr dirty="0"/>
              <a:t>• 16x2 LCD Display (with I2C)</a:t>
            </a:r>
          </a:p>
          <a:p>
            <a:r>
              <a:rPr dirty="0"/>
              <a:t>•  Jumper Wires</a:t>
            </a:r>
          </a:p>
          <a:p>
            <a:r>
              <a:rPr dirty="0"/>
              <a:t>• USB Cable</a:t>
            </a:r>
          </a:p>
          <a:p>
            <a:pPr marL="0" indent="0">
              <a:buNone/>
            </a:pPr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Pin Connections - Turbidity Sensor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VCC to 5V</a:t>
            </a:r>
          </a:p>
          <a:p>
            <a:r>
              <a:t>• GND to GND</a:t>
            </a:r>
          </a:p>
          <a:p>
            <a:r>
              <a:t>• Signal to A0</a:t>
            </a:r>
          </a:p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B71831-C53C-177C-D53C-6E97A3573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602661" y="206476"/>
            <a:ext cx="4247538" cy="7452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240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Pin Connections - LCD (I2C)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VCC to 5V</a:t>
            </a:r>
          </a:p>
          <a:p>
            <a:r>
              <a:t>• GND to GND</a:t>
            </a:r>
          </a:p>
          <a:p>
            <a:r>
              <a:t>• SDA to A4</a:t>
            </a:r>
          </a:p>
          <a:p>
            <a:r>
              <a:t>• SCL to A5</a:t>
            </a:r>
          </a:p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B3DD27-4E04-60BE-7578-98CD15070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0081"/>
            <a:ext cx="9144000" cy="555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05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Circuit Diagram and Schematic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3055F3-A831-0435-3FF4-BA0E8DE22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535" y="1887794"/>
            <a:ext cx="6538452" cy="36969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Procedure - TinkerCAD 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Simulate Arduino UNO and verify LCD.</a:t>
            </a:r>
          </a:p>
          <a:p>
            <a:r>
              <a:rPr dirty="0"/>
              <a:t>• Connect turbidity sensor.</a:t>
            </a:r>
          </a:p>
          <a:p>
            <a:r>
              <a:rPr dirty="0"/>
              <a:t>• Run sample codes.</a:t>
            </a:r>
          </a:p>
          <a:p>
            <a:r>
              <a:rPr dirty="0"/>
              <a:t>• Display </a:t>
            </a:r>
            <a:r>
              <a:rPr lang="en-US" dirty="0"/>
              <a:t>Turbidity</a:t>
            </a:r>
            <a:r>
              <a:rPr dirty="0"/>
              <a:t> on LCD.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Procedure - Physical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Connect LCD and turbidity sensor.</a:t>
            </a:r>
          </a:p>
          <a:p>
            <a:r>
              <a:t>• Upload and run code.</a:t>
            </a:r>
          </a:p>
          <a:p>
            <a:r>
              <a:t>• Test with various water samples.</a:t>
            </a:r>
          </a:p>
          <a:p>
            <a:r>
              <a:t>• Monitor LCD for turbidity readings.</a:t>
            </a:r>
          </a:p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Arduino Code (Part 1)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997122D-419F-FFE1-F3E2-2ED0EC53AD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5406" y="1417638"/>
            <a:ext cx="5678680" cy="5081485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Arduino Code (Part 2)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13693D-DACA-D3FC-14A2-C7E20F7E1D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0878" y="1691148"/>
            <a:ext cx="4277032" cy="4522839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Explanation of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Initializes and sets up the LCD.</a:t>
            </a:r>
          </a:p>
          <a:p>
            <a:r>
              <a:rPr dirty="0"/>
              <a:t>• Reads sensor's analog values.</a:t>
            </a:r>
          </a:p>
          <a:p>
            <a:r>
              <a:rPr dirty="0"/>
              <a:t>• </a:t>
            </a:r>
            <a:r>
              <a:rPr lang="en-US" dirty="0"/>
              <a:t>Judges the Purity of Water Sample</a:t>
            </a:r>
            <a:endParaRPr dirty="0"/>
          </a:p>
          <a:p>
            <a:r>
              <a:rPr dirty="0"/>
              <a:t>• Displays </a:t>
            </a:r>
            <a:r>
              <a:rPr lang="en-US" dirty="0"/>
              <a:t>turbidity </a:t>
            </a:r>
            <a:r>
              <a:rPr dirty="0"/>
              <a:t>readings on LCD.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River and lake pollution monitoring</a:t>
            </a:r>
          </a:p>
          <a:p>
            <a:r>
              <a:t>• Industrial wastewater analysis</a:t>
            </a:r>
          </a:p>
          <a:p>
            <a:r>
              <a:t>• Aquaculture</a:t>
            </a:r>
          </a:p>
          <a:p>
            <a:r>
              <a:t>• Drinking water quality testing</a:t>
            </a:r>
          </a:p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Learned sensor integration with Arduino.</a:t>
            </a:r>
          </a:p>
          <a:p>
            <a:r>
              <a:t>• Displayed and interpreted turbidity levels.</a:t>
            </a:r>
          </a:p>
          <a:p>
            <a:r>
              <a:t>• Built a practical environmental tool.</a:t>
            </a:r>
          </a:p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261</Words>
  <Application>Microsoft Office PowerPoint</Application>
  <PresentationFormat>On-screen Show (4:3)</PresentationFormat>
  <Paragraphs>51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Turbidity Test of Water</vt:lpstr>
      <vt:lpstr>Project Summary</vt:lpstr>
      <vt:lpstr>Components Used</vt:lpstr>
      <vt:lpstr>Pin Connections - Turbidity Sensor</vt:lpstr>
      <vt:lpstr>PowerPoint Presentation</vt:lpstr>
      <vt:lpstr>Pin Connections - LCD (I2C)</vt:lpstr>
      <vt:lpstr>PowerPoint Presentation</vt:lpstr>
      <vt:lpstr>Circuit Diagram and Schematic</vt:lpstr>
      <vt:lpstr>Procedure - TinkerCAD Simulation</vt:lpstr>
      <vt:lpstr>Procedure - Physical Implementation</vt:lpstr>
      <vt:lpstr>Arduino Code (Part 1)</vt:lpstr>
      <vt:lpstr>Arduino Code (Part 2)</vt:lpstr>
      <vt:lpstr>Explanation of Code</vt:lpstr>
      <vt:lpstr>Applications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Devansh</dc:creator>
  <cp:keywords/>
  <dc:description>generated using python-pptx</dc:description>
  <cp:lastModifiedBy>Devansh Wadhwani</cp:lastModifiedBy>
  <cp:revision>2</cp:revision>
  <dcterms:created xsi:type="dcterms:W3CDTF">2013-01-27T09:14:16Z</dcterms:created>
  <dcterms:modified xsi:type="dcterms:W3CDTF">2025-04-08T18:15:51Z</dcterms:modified>
  <cp:category/>
</cp:coreProperties>
</file>