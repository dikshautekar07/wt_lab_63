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72" r:id="rId5"/>
    <p:sldId id="259" r:id="rId6"/>
    <p:sldId id="269" r:id="rId7"/>
    <p:sldId id="260" r:id="rId8"/>
    <p:sldId id="270" r:id="rId9"/>
    <p:sldId id="261" r:id="rId10"/>
    <p:sldId id="27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9B4EA6-26B0-4B63-A648-6A2250BA03EF}" v="22" dt="2025-04-29T04:15:15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79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55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8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80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1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4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4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5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43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83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18438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6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20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75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0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91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529" y="674898"/>
            <a:ext cx="8835887" cy="2173219"/>
          </a:xfrm>
        </p:spPr>
        <p:txBody>
          <a:bodyPr>
            <a:normAutofit/>
          </a:bodyPr>
          <a:lstStyle/>
          <a:p>
            <a:r>
              <a:rPr sz="6000" dirty="0"/>
              <a:t>Turbidity </a:t>
            </a:r>
            <a:r>
              <a:rPr lang="en-US" sz="6000" dirty="0"/>
              <a:t>Test of Water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53947" y="3756992"/>
            <a:ext cx="6400800" cy="2426110"/>
          </a:xfrm>
        </p:spPr>
        <p:txBody>
          <a:bodyPr>
            <a:normAutofit/>
          </a:bodyPr>
          <a:lstStyle/>
          <a:p>
            <a:r>
              <a:rPr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By</a:t>
            </a:r>
            <a:endParaRPr lang="en-US"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Devansh Wadhwani – (64)</a:t>
            </a:r>
          </a:p>
          <a:p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Diksha Utekar – (63)</a:t>
            </a:r>
          </a:p>
          <a:p>
            <a:r>
              <a:rPr lang="en-US" sz="2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D15A  INFT  </a:t>
            </a:r>
            <a:endParaRPr sz="2400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556" y="618518"/>
            <a:ext cx="4540888" cy="1160586"/>
          </a:xfrm>
        </p:spPr>
        <p:txBody>
          <a:bodyPr/>
          <a:lstStyle/>
          <a:p>
            <a:r>
              <a:rPr dirty="0"/>
              <a:t>Project</a:t>
            </a:r>
            <a:r>
              <a:rPr lang="en-IN" dirty="0"/>
              <a:t> Objective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Arduino-based system to measure water turbidity.</a:t>
            </a:r>
          </a:p>
          <a:p>
            <a:r>
              <a:rPr sz="2800" dirty="0"/>
              <a:t>Uses a turbidity sensor to display real-time readings.</a:t>
            </a:r>
          </a:p>
          <a:p>
            <a:r>
              <a:rPr sz="2800" dirty="0"/>
              <a:t>Useful for environmental monitoring and water quality.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669" y="618518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Components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147" y="2312365"/>
            <a:ext cx="7429499" cy="3541714"/>
          </a:xfrm>
        </p:spPr>
        <p:txBody>
          <a:bodyPr/>
          <a:lstStyle/>
          <a:p>
            <a:r>
              <a:rPr sz="2800" dirty="0"/>
              <a:t>Arduino UNO R3</a:t>
            </a:r>
          </a:p>
          <a:p>
            <a:r>
              <a:rPr sz="2800" dirty="0"/>
              <a:t>Turbidity Sensor (</a:t>
            </a:r>
            <a:r>
              <a:rPr lang="en-IN" sz="2800" dirty="0"/>
              <a:t>SEN0189</a:t>
            </a:r>
            <a:r>
              <a:rPr sz="2800" dirty="0"/>
              <a:t>)</a:t>
            </a:r>
          </a:p>
          <a:p>
            <a:r>
              <a:rPr sz="2800" dirty="0"/>
              <a:t>16x2 LCD Display (with I2C)</a:t>
            </a:r>
          </a:p>
          <a:p>
            <a:r>
              <a:rPr sz="2800" dirty="0"/>
              <a:t>Jumper Wires</a:t>
            </a:r>
          </a:p>
          <a:p>
            <a:r>
              <a:rPr sz="2800" dirty="0"/>
              <a:t>USB Cable</a:t>
            </a:r>
          </a:p>
          <a:p>
            <a:pPr marL="0" indent="0">
              <a:buNone/>
            </a:pPr>
            <a:endParaRPr sz="2800" dirty="0"/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3577E-CBC5-B6ED-CBCE-DC5962702DA0}"/>
              </a:ext>
            </a:extLst>
          </p:cNvPr>
          <p:cNvSpPr txBox="1"/>
          <p:nvPr/>
        </p:nvSpPr>
        <p:spPr>
          <a:xfrm>
            <a:off x="759161" y="578218"/>
            <a:ext cx="7261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Technical specifications of 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57BFC2-C7B3-43A2-4345-2BCA3FA91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667971"/>
              </p:ext>
            </p:extLst>
          </p:nvPr>
        </p:nvGraphicFramePr>
        <p:xfrm>
          <a:off x="586409" y="1397000"/>
          <a:ext cx="7798430" cy="42976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559686">
                  <a:extLst>
                    <a:ext uri="{9D8B030D-6E8A-4147-A177-3AD203B41FA5}">
                      <a16:colId xmlns:a16="http://schemas.microsoft.com/office/drawing/2014/main" val="195562059"/>
                    </a:ext>
                  </a:extLst>
                </a:gridCol>
                <a:gridCol w="1559686">
                  <a:extLst>
                    <a:ext uri="{9D8B030D-6E8A-4147-A177-3AD203B41FA5}">
                      <a16:colId xmlns:a16="http://schemas.microsoft.com/office/drawing/2014/main" val="1360608818"/>
                    </a:ext>
                  </a:extLst>
                </a:gridCol>
                <a:gridCol w="1559686">
                  <a:extLst>
                    <a:ext uri="{9D8B030D-6E8A-4147-A177-3AD203B41FA5}">
                      <a16:colId xmlns:a16="http://schemas.microsoft.com/office/drawing/2014/main" val="100384914"/>
                    </a:ext>
                  </a:extLst>
                </a:gridCol>
                <a:gridCol w="1559686">
                  <a:extLst>
                    <a:ext uri="{9D8B030D-6E8A-4147-A177-3AD203B41FA5}">
                      <a16:colId xmlns:a16="http://schemas.microsoft.com/office/drawing/2014/main" val="1182185882"/>
                    </a:ext>
                  </a:extLst>
                </a:gridCol>
                <a:gridCol w="1559686">
                  <a:extLst>
                    <a:ext uri="{9D8B030D-6E8A-4147-A177-3AD203B41FA5}">
                      <a16:colId xmlns:a16="http://schemas.microsoft.com/office/drawing/2014/main" val="1098668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Arduino 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Turbidity Sensor (SEN0189)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16x2 LCD Display (I2C)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Jumper Wires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USB Cable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989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5V operating voltage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14 digital I/O pins, 6 </a:t>
                      </a:r>
                      <a:r>
                        <a:rPr lang="en-IN" dirty="0" err="1"/>
                        <a:t>analog</a:t>
                      </a:r>
                      <a:r>
                        <a:rPr lang="en-IN" dirty="0"/>
                        <a:t> inputs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16 MHz clock speed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dirty="0"/>
                        <a:t>32 KB flash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5V supply voltage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0–1000 NTU measurement range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Analog output signal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Waterproof sensor head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5V operating voltage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16 characters × 2 lines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I2C communication (only 2 pins)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Adjustable contrast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For quick connections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Male/Male, Male/Female, Female/Female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USB A to B type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Used for programming and powering Arduino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72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74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/>
              <a:t>Pin Connections - Turbidity Sensor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147" y="2746445"/>
            <a:ext cx="7429499" cy="2630626"/>
          </a:xfrm>
        </p:spPr>
        <p:txBody>
          <a:bodyPr/>
          <a:lstStyle/>
          <a:p>
            <a:r>
              <a:rPr sz="3200" dirty="0"/>
              <a:t>VCC to 5V</a:t>
            </a:r>
          </a:p>
          <a:p>
            <a:r>
              <a:rPr sz="3200" dirty="0"/>
              <a:t>GND to GND</a:t>
            </a:r>
          </a:p>
          <a:p>
            <a:r>
              <a:rPr sz="3200" dirty="0"/>
              <a:t>Signal to A0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71831-C53C-177C-D53C-6E97A3573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36331" y="-9193"/>
            <a:ext cx="4247538" cy="74528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8F0ADD-5CC8-8D28-6803-C79455F5F3E3}"/>
              </a:ext>
            </a:extLst>
          </p:cNvPr>
          <p:cNvSpPr txBox="1"/>
          <p:nvPr/>
        </p:nvSpPr>
        <p:spPr>
          <a:xfrm>
            <a:off x="1434382" y="550780"/>
            <a:ext cx="6651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Turbidity Sensor Connection</a:t>
            </a:r>
          </a:p>
        </p:txBody>
      </p:sp>
    </p:spTree>
    <p:extLst>
      <p:ext uri="{BB962C8B-B14F-4D97-AF65-F5344CB8AC3E}">
        <p14:creationId xmlns:p14="http://schemas.microsoft.com/office/powerpoint/2010/main" val="362724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Pin Connections - LCD (I2C)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VCC to 5V</a:t>
            </a:r>
          </a:p>
          <a:p>
            <a:r>
              <a:rPr sz="2800" dirty="0"/>
              <a:t>GND to GND</a:t>
            </a:r>
          </a:p>
          <a:p>
            <a:r>
              <a:rPr sz="2800" dirty="0"/>
              <a:t>SDA to A4</a:t>
            </a:r>
          </a:p>
          <a:p>
            <a:r>
              <a:rPr sz="2800" dirty="0"/>
              <a:t>SCL to A5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B3DD27-4E04-60BE-7578-98CD1507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28" y="1614178"/>
            <a:ext cx="7744344" cy="47071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2DFDBA-9D74-FFCC-988C-5A2045D402D9}"/>
              </a:ext>
            </a:extLst>
          </p:cNvPr>
          <p:cNvSpPr txBox="1"/>
          <p:nvPr/>
        </p:nvSpPr>
        <p:spPr>
          <a:xfrm>
            <a:off x="785191" y="563684"/>
            <a:ext cx="80055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LCD CONNECTIONS WITH ARDUINO </a:t>
            </a:r>
          </a:p>
        </p:txBody>
      </p:sp>
    </p:spTree>
    <p:extLst>
      <p:ext uri="{BB962C8B-B14F-4D97-AF65-F5344CB8AC3E}">
        <p14:creationId xmlns:p14="http://schemas.microsoft.com/office/powerpoint/2010/main" val="180005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6808" y="409224"/>
            <a:ext cx="5087540" cy="1272092"/>
          </a:xfrm>
        </p:spPr>
        <p:txBody>
          <a:bodyPr>
            <a:normAutofit/>
          </a:bodyPr>
          <a:lstStyle/>
          <a:p>
            <a:r>
              <a:rPr sz="4400" dirty="0"/>
              <a:t>Circuit Diagram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3055F3-A831-0435-3FF4-BA0E8DE22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583" y="1887794"/>
            <a:ext cx="6538452" cy="36969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596B8C-60A6-F952-7E5F-56D2D648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26" y="1988266"/>
            <a:ext cx="8470347" cy="33506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FCD48E-0148-D7B2-3AAB-3C823F5806D1}"/>
              </a:ext>
            </a:extLst>
          </p:cNvPr>
          <p:cNvSpPr txBox="1"/>
          <p:nvPr/>
        </p:nvSpPr>
        <p:spPr>
          <a:xfrm>
            <a:off x="2349910" y="570271"/>
            <a:ext cx="458414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>
                <a:latin typeface="+mj-lt"/>
              </a:rPr>
              <a:t>Schematic Diagram</a:t>
            </a:r>
          </a:p>
        </p:txBody>
      </p:sp>
    </p:spTree>
    <p:extLst>
      <p:ext uri="{BB962C8B-B14F-4D97-AF65-F5344CB8AC3E}">
        <p14:creationId xmlns:p14="http://schemas.microsoft.com/office/powerpoint/2010/main" val="945672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39" y="618518"/>
            <a:ext cx="8287940" cy="1478570"/>
          </a:xfrm>
        </p:spPr>
        <p:txBody>
          <a:bodyPr>
            <a:normAutofit/>
          </a:bodyPr>
          <a:lstStyle/>
          <a:p>
            <a:pPr algn="ctr"/>
            <a:r>
              <a:rPr sz="4400" dirty="0"/>
              <a:t>Procedure - </a:t>
            </a:r>
            <a:r>
              <a:rPr sz="4400" dirty="0" err="1"/>
              <a:t>TinkerCAD</a:t>
            </a:r>
            <a:r>
              <a:rPr sz="4400" dirty="0"/>
              <a:t>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557600"/>
            <a:ext cx="7429499" cy="3541714"/>
          </a:xfrm>
        </p:spPr>
        <p:txBody>
          <a:bodyPr/>
          <a:lstStyle/>
          <a:p>
            <a:r>
              <a:rPr sz="2800" dirty="0"/>
              <a:t>Simulate Arduino UNO and verify LCD.</a:t>
            </a:r>
          </a:p>
          <a:p>
            <a:r>
              <a:rPr sz="2800" dirty="0"/>
              <a:t>Connect turbidity sensor.</a:t>
            </a:r>
          </a:p>
          <a:p>
            <a:r>
              <a:rPr sz="2800" dirty="0"/>
              <a:t>Run sample codes.</a:t>
            </a:r>
          </a:p>
          <a:p>
            <a:r>
              <a:rPr sz="2800" dirty="0"/>
              <a:t>Display </a:t>
            </a:r>
            <a:r>
              <a:rPr lang="en-US" sz="2800" dirty="0"/>
              <a:t>Turbidity</a:t>
            </a:r>
            <a:r>
              <a:rPr sz="2800" dirty="0"/>
              <a:t> on LCD.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4400" dirty="0"/>
              <a:t>Procedure - Physical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Connect LCD and turbidity sensor.</a:t>
            </a:r>
          </a:p>
          <a:p>
            <a:r>
              <a:rPr sz="2800" dirty="0"/>
              <a:t>Upload and run code.</a:t>
            </a:r>
          </a:p>
          <a:p>
            <a:r>
              <a:rPr sz="2800" dirty="0"/>
              <a:t>Test with various water samples.</a:t>
            </a:r>
          </a:p>
          <a:p>
            <a:r>
              <a:rPr sz="2800" dirty="0"/>
              <a:t>Monitor LCD for turbidity readings.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095" y="-41122"/>
            <a:ext cx="7429499" cy="1478570"/>
          </a:xfrm>
        </p:spPr>
        <p:txBody>
          <a:bodyPr/>
          <a:lstStyle/>
          <a:p>
            <a:r>
              <a:rPr dirty="0"/>
              <a:t>Arduino Code (Part 1)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97122D-419F-FFE1-F3E2-2ED0EC53A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5406" y="1228795"/>
            <a:ext cx="5890910" cy="5271396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82692"/>
            <a:ext cx="7429499" cy="1478570"/>
          </a:xfrm>
        </p:spPr>
        <p:txBody>
          <a:bodyPr/>
          <a:lstStyle/>
          <a:p>
            <a:r>
              <a:rPr dirty="0"/>
              <a:t>Arduino Code (Part 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3693D-DACA-D3FC-14A2-C7E20F7E1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877" y="1422791"/>
            <a:ext cx="4564305" cy="4826622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Explanation of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2912448"/>
          </a:xfrm>
        </p:spPr>
        <p:txBody>
          <a:bodyPr/>
          <a:lstStyle/>
          <a:p>
            <a:r>
              <a:rPr dirty="0"/>
              <a:t>Initializes and sets up the LCD.</a:t>
            </a:r>
          </a:p>
          <a:p>
            <a:r>
              <a:rPr dirty="0"/>
              <a:t>Reads sensor's analog values.</a:t>
            </a:r>
          </a:p>
          <a:p>
            <a:r>
              <a:rPr lang="en-US" dirty="0"/>
              <a:t>Judges the Purity of Water Sample</a:t>
            </a:r>
            <a:endParaRPr dirty="0"/>
          </a:p>
          <a:p>
            <a:r>
              <a:rPr dirty="0"/>
              <a:t>Displays </a:t>
            </a:r>
            <a:r>
              <a:rPr lang="en-US" dirty="0"/>
              <a:t>turbidity </a:t>
            </a:r>
            <a:r>
              <a:rPr dirty="0"/>
              <a:t>readings on LCD.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River and lake pollution monitoring</a:t>
            </a:r>
          </a:p>
          <a:p>
            <a:r>
              <a:rPr sz="2800" dirty="0"/>
              <a:t>Industrial wastewater analysis</a:t>
            </a:r>
          </a:p>
          <a:p>
            <a:r>
              <a:rPr sz="2800" dirty="0"/>
              <a:t>Aquaculture</a:t>
            </a:r>
          </a:p>
          <a:p>
            <a:r>
              <a:rPr sz="2800" dirty="0"/>
              <a:t> Drinking water quality testing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6873" y="793399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sz="2800" dirty="0"/>
              <a:t>Learned sensor integration with Arduino.</a:t>
            </a:r>
          </a:p>
          <a:p>
            <a:pPr>
              <a:lnSpc>
                <a:spcPct val="200000"/>
              </a:lnSpc>
            </a:pPr>
            <a:r>
              <a:rPr sz="2800" dirty="0"/>
              <a:t>Displayed and interpreted turbidity levels.</a:t>
            </a:r>
          </a:p>
          <a:p>
            <a:pPr>
              <a:lnSpc>
                <a:spcPct val="200000"/>
              </a:lnSpc>
            </a:pPr>
            <a:r>
              <a:rPr sz="2800" dirty="0"/>
              <a:t>Built a practical environmental tool.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126</TotalTime>
  <Words>331</Words>
  <Application>Microsoft Office PowerPoint</Application>
  <PresentationFormat>On-screen Show (4:3)</PresentationFormat>
  <Paragraphs>76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Tw Cen MT</vt:lpstr>
      <vt:lpstr>Circuit</vt:lpstr>
      <vt:lpstr>Turbidity Test of Water</vt:lpstr>
      <vt:lpstr>Project Objective</vt:lpstr>
      <vt:lpstr>Components Used</vt:lpstr>
      <vt:lpstr>PowerPoint Presentation</vt:lpstr>
      <vt:lpstr>Pin Connections - Turbidity Sensor</vt:lpstr>
      <vt:lpstr>PowerPoint Presentation</vt:lpstr>
      <vt:lpstr>Pin Connections - LCD (I2C)</vt:lpstr>
      <vt:lpstr>PowerPoint Presentation</vt:lpstr>
      <vt:lpstr>Circuit Diagram </vt:lpstr>
      <vt:lpstr>PowerPoint Presentation</vt:lpstr>
      <vt:lpstr>Procedure - TinkerCAD Simulation</vt:lpstr>
      <vt:lpstr>Procedure - Physical Implementation</vt:lpstr>
      <vt:lpstr>Arduino Code (Part 1)</vt:lpstr>
      <vt:lpstr>Arduino Code (Part 2)</vt:lpstr>
      <vt:lpstr>Explanation of Code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Devansh</dc:creator>
  <cp:keywords/>
  <dc:description>generated using python-pptx</dc:description>
  <cp:lastModifiedBy>Diksha Utekar</cp:lastModifiedBy>
  <cp:revision>3</cp:revision>
  <dcterms:created xsi:type="dcterms:W3CDTF">2013-01-27T09:14:16Z</dcterms:created>
  <dcterms:modified xsi:type="dcterms:W3CDTF">2025-04-29T04:52:53Z</dcterms:modified>
  <cp:category/>
</cp:coreProperties>
</file>